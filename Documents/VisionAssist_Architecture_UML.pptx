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7DD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57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VisionAssist - Lost &amp; Found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UML Design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assistant + computer vision  -  deployed on AWS (EKS + SageMaker)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-  Deployment  -  AWS infra  -  Use case  -  Class  -  5 sequences  -  Activity  -  State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02920" cy="502920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69848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diagrams covering the whole system, its AWS deployment and each component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508760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9576" y="14356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9576" y="172821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decoupled layers end to 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21408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2258568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9576" y="21854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topology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9576" y="24780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(local dev)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" y="3008376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9576" y="29352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— AWS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9576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+ SageMaker production stack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621024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" y="3758184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9576" y="36850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9576" y="39776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and what users can 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370832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" y="4507992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79576" y="4434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79576" y="47274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and services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2064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" y="5257800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79576" y="51846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Authentication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79576" y="54772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 + JWT, with failures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870448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" y="6007608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" y="6007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79576" y="59344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Item registration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79576" y="62270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 name to an object class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55664" y="1508760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43" name="Text 41"/>
          <p:cNvSpPr/>
          <p:nvPr/>
        </p:nvSpPr>
        <p:spPr>
          <a:xfrm>
            <a:off x="645566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86016" y="14356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Voice locate query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86016" y="172821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"Where is my phone?" flow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2121408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55664" y="2258568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48" name="Text 46"/>
          <p:cNvSpPr/>
          <p:nvPr/>
        </p:nvSpPr>
        <p:spPr>
          <a:xfrm>
            <a:off x="6455664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86016" y="21854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On-demand scan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86016" y="24780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Worker-less webcam to /api/scan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2871216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55664" y="3008376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53" name="Text 51"/>
          <p:cNvSpPr/>
          <p:nvPr/>
        </p:nvSpPr>
        <p:spPr>
          <a:xfrm>
            <a:off x="6455664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86016" y="29352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Detection &amp; alert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86016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worker, YOLO, polling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9360" y="3621024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55664" y="3758184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58" name="Text 56"/>
          <p:cNvSpPr/>
          <p:nvPr/>
        </p:nvSpPr>
        <p:spPr>
          <a:xfrm>
            <a:off x="645566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86016" y="36850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Reminders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986016" y="39776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due-poll TTS announce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09360" y="4370832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55664" y="4507992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63" name="Text 61"/>
          <p:cNvSpPr/>
          <p:nvPr/>
        </p:nvSpPr>
        <p:spPr>
          <a:xfrm>
            <a:off x="6455664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986016" y="4434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Intent routing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986016" y="47274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assistant decides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09360" y="512064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455664" y="5257800"/>
            <a:ext cx="384048" cy="384048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68" name="Text 66"/>
          <p:cNvSpPr/>
          <p:nvPr/>
        </p:nvSpPr>
        <p:spPr>
          <a:xfrm>
            <a:off x="6455664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986016" y="51846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diagrams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6986016" y="54772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Reminder, Alert &amp; item lifecycles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 diagram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2F7DD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7D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decoupled layers: client, API, services, data.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(Python) UI handles voice, webcam capture and alert polling.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routes requests; real logic lives in the service layer.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vision + a camera worker detect and locate items.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stores everything; Redis scales real-time alerts.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76622" y="1252728"/>
            <a:ext cx="6140196" cy="5358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9774" y="1325880"/>
            <a:ext cx="599389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Topology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Docker Compose nodes (local dev)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(docker compose up) starts every container.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UI, backend (FastAPI), db (Postgres), redis.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stateless - scale to N replicas behind a load balancer.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worker runs as its own process, one per camera.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runs on AWS - see the next slide.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389888"/>
            <a:ext cx="7552944" cy="5084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9_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463040"/>
            <a:ext cx="74066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- AWS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 + SageMaker (production)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app tier: Streamlit + FastAPI behind an ALB (CloudFront/Route 53/WAF at the edge).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 hosts the YOLO real-time endpoint and the ML lifecycle.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data: RDS (Postgres), ElastiCache (Redis), S3, Kinesis/MSK.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 -&gt; Amazon ECR -&gt; ArgoCD on EKS.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CloudWatch, X-Ray, Managed Grafana; Model Monitor for drift.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394058"/>
            <a:ext cx="7552944" cy="507572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13_inf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467210"/>
            <a:ext cx="7406640" cy="4929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actors &amp; use cases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2F7DD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7D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actor is the User.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actions: sign in, register belongings, define zones.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voice - time, date and general Q&amp;A.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items, set reminders, receive move alerts.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feeds detections; an LLM service supports Q&amp;A.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4068" y="1252728"/>
            <a:ext cx="7385304" cy="5358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2_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220" y="1325880"/>
            <a:ext cx="7239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 (Data Model)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structure &amp; relationships (Camera-scoped)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owns Items, Cameras, Reminders and Alerts.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owns Zones and Detections - proper per-user scoping.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maps a friendly name to a detectable object_class.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records each sighting: class, zone, confidence, time.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QueryLog (metrics) + ItemEmbedding (instance ID).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5414" y="1252728"/>
            <a:ext cx="7182612" cy="5358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3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8566" y="1325880"/>
            <a:ext cx="703630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Authentication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Auth component (with failure paths)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checks for an existing email (400 if taken).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verifies bcrypt password; issues a JWT, else 401.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session_state stores the token (24h).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requests validate the JWT, else 401.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refresh-token flow yet - a noted future enhancement.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76622" y="1252728"/>
            <a:ext cx="6140196" cy="5358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4_seq_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9774" y="1325880"/>
            <a:ext cx="599389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Item Registration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Items &amp; Zones component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first loads available zones.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names the item and picks an object type.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/items validates and tags it to the owner.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the database; the list refreshes.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object_class is exactly what YOLO will track.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880858"/>
            <a:ext cx="7552944" cy="410212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5_seq_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954010"/>
            <a:ext cx="7406640" cy="39558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Voice Locate Query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signature flow (+ STT error &amp; LLM path)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captures mic (webrtc/recorder); Python STT; errors stop early.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sent to /api/assistant with the JWT.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intent matches the item + latest detection.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questions fall back to the LLM (if a key is set).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answer via gTTS / st.audio.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438777"/>
            <a:ext cx="7552944" cy="498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6_seq_lo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511929"/>
            <a:ext cx="7406640" cy="4839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On-demand Scan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worker-less detection path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no camera worker runs (e.g. a cloud demo).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captures frames (st.camera_input).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the JPEG to /api/scan.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YOLO detect + zone + save logic as the worker.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persist, so later 'locate' queries still 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775651"/>
            <a:ext cx="7552944" cy="4312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11_seq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848803"/>
            <a:ext cx="740664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Detection &amp; Move Alert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vision &amp; alert pipeline (alerts via polling)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worker samples a frame on a loop.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detects objects and assigns each a zone.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Sightings are saved to the database.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item leaves its home zone, an alert is raised.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via Streamlit auto-refresh polling of /alerts.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874847"/>
            <a:ext cx="7552944" cy="411414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7_seq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947999"/>
            <a:ext cx="7406640" cy="39678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Sequence: Reminders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create &amp; due notification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posts text + time, stored against the user.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 loop polls /reminders/due.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reminders are marked done in the same call.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reminder therefore fires exactly once.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speaks each due reminder aloud (gTTS).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719072"/>
            <a:ext cx="7552944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10_seq_remin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92224"/>
            <a:ext cx="740664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2F7DD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Assistant Intent Routing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decision logic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2F7DD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7D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point: the transcribed text.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detected by fast, offline keyword rules.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to time, date, locate or reminder-ack.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are created via the form/REST, not NL (today).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fallback is wrapped with an error path.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557419"/>
            <a:ext cx="7552944" cy="4749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8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630571"/>
            <a:ext cx="7406640" cy="46026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Diagrams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15568" y="8412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- entity lifecycles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11880" cy="5074920"/>
          </a:xfrm>
          <a:prstGeom prst="roundRect">
            <a:avLst>
              <a:gd name="adj" fmla="val 1772"/>
            </a:avLst>
          </a:prstGeom>
          <a:solidFill>
            <a:srgbClr val="F5F4E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5074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Pending to Fired when its time is reached.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Unread to Read once the user views it.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Item: Unseen to Located to Out-of-zone, and back.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status is derived from the latest Detection.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out the dynamic + structural UML 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1938528"/>
            <a:ext cx="7552944" cy="398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tmp/diagrams/12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011680"/>
            <a:ext cx="7406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design holds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F3357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82880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one job and a clear interface - easy to test and extend.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F3357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07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290779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on EKS, SageMaker-managed serving, polling alerts across replicas.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941064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F3357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8678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3986784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to RDS is a one-line change; Docker locally, EKS + SageMaker in prod.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020056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F3357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06577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by design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5065776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detection metadata is stored - frames processed in memory / data-captured to S3.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VisionAssist - Lost &amp; Found AI   -   Architecture &amp; UML deck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VisionAssist - Architecture &amp; UML</dc:title>
  <dc:subject>PptxGenJS Presentation</dc:subject>
  <dc:creator>VisionAssist</dc:creator>
  <cp:lastModifiedBy>VisionAssist</cp:lastModifiedBy>
  <cp:revision>1</cp:revision>
  <dcterms:created xsi:type="dcterms:W3CDTF">2026-06-26T10:40:19Z</dcterms:created>
  <dcterms:modified xsi:type="dcterms:W3CDTF">2026-06-26T10:40:19Z</dcterms:modified>
</cp:coreProperties>
</file>